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852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742DE9-BAD4-4C85-AC34-3D2D92C823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28E1377-7AEE-4E50-966B-3896AC6072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018C54-F633-4B6B-BD47-3B4DDFD29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70E6D-D326-496A-86AF-D4491216D567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DD3B2F-1FDB-48D1-8432-9B12932C8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3CF66E-8930-405A-AB27-1C4B9F63A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527BC-5C04-4BE3-BE0F-4DD2403815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2183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8186E8-065E-493D-AD3E-AF7BFCF17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B9134A-22AB-4A60-B287-1B5DAC195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1C282D-D609-472A-AB89-793E88719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70E6D-D326-496A-86AF-D4491216D567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7422D4-106A-433E-848D-CB46BE2BD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76E88E-1457-4C3C-BFC6-B55D39023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527BC-5C04-4BE3-BE0F-4DD2403815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4576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6177A4-C2E5-49B4-929C-CF904D3A2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F0D4837-70CD-49FF-A364-C90ADF14F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7B50AE-5278-4C8B-93AC-FD07E0853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70E6D-D326-496A-86AF-D4491216D567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2EAAB2-7830-473B-83D5-B89E861BA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AA51C2A-9CDB-412C-B6F7-D4E357DB0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527BC-5C04-4BE3-BE0F-4DD2403815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6054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5A7A90-DC01-4155-812F-3F79428D1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979967-4664-49D9-9B63-54FDFD3066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3A622C2-4CEA-4941-BB66-25A1B24612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0A98A8-12E5-4457-B530-5763231C8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70E6D-D326-496A-86AF-D4491216D567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0A68DAE-EEB9-40F7-81A8-07A51D0FC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D0F0C99-D9F8-45E9-BD7C-7E2DBEA99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527BC-5C04-4BE3-BE0F-4DD2403815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9297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A556BF-D80A-40BA-8BB6-82341D800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1324ABF-2E71-4F83-82F4-88256569F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F9C0C0B-F5DE-4C68-9160-92FE3BEE4E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00E64DA-781F-49C5-A442-DD140E5CC1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574845B-ADFD-4C2E-AB9D-11E9E32F75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FAEC729-E293-40CC-8622-FBE7B4D8E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70E6D-D326-496A-86AF-D4491216D567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9254DB9-DDBA-4998-80EF-E6D5FF498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98A5560-07EE-4751-827F-4FC6286A4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527BC-5C04-4BE3-BE0F-4DD2403815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235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5F275F-5C4A-4E19-9FE3-B422E1B40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9AB8408-B80C-4579-B9F2-C412762D9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70E6D-D326-496A-86AF-D4491216D567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78ED1D6-0200-465C-8F58-B1843D7E7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23FDB16-880A-45F4-8ADE-A1F5AC7ED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527BC-5C04-4BE3-BE0F-4DD2403815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1683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84CF849-0B4F-4737-BCF5-743CC6CEB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70E6D-D326-496A-86AF-D4491216D567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34BF475-37EB-480B-8F5E-34BB4152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F9576D8-5B30-449E-A886-79068EB37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527BC-5C04-4BE3-BE0F-4DD2403815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5347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02CB1F-7EC1-44EE-A844-835079AB0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D46236-0759-4790-9A97-769474E08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C735C15-C221-4873-8BFE-2B85EEED3D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AD69BA0-0A24-4C36-9C7D-E69CAE537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70E6D-D326-496A-86AF-D4491216D567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CB9DCBC-36AE-4370-878F-F25C546E0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4782ED0-5A4E-4F33-9B1D-A6FAC3D7D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527BC-5C04-4BE3-BE0F-4DD2403815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248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DBA447-D45E-46C3-8812-0F88B8FEF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40CB3D0-6D42-46EE-B5B0-7C4D476B3B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020AEFA-DC88-41D6-8353-85E10E89D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F42DD4D-00EE-4A45-90D7-AFE6D895B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70E6D-D326-496A-86AF-D4491216D567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3E92E1-0C92-4DE2-913B-E90CE83CF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6DCDE19-8701-4010-815F-67E08D004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527BC-5C04-4BE3-BE0F-4DD2403815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5229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A2BB32-FF44-4E6E-BED6-D1B182D2A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6F4E33D-42BC-4C1E-994B-31019C0D34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FC45FA-D943-4C3C-921F-566A71B56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70E6D-D326-496A-86AF-D4491216D567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DA76C6-4B74-4CC6-9114-9742EC87C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27D952-E500-487F-B3C6-515A92EC3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527BC-5C04-4BE3-BE0F-4DD2403815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4255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5C5FDF4-40E6-45F8-9AB9-D4B9D4264E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E2FCE2E-71DD-4423-BEEC-3A4D38EF34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2BFC744-BAD0-4721-94C8-352FC719C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70E6D-D326-496A-86AF-D4491216D567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835CD1-F7F8-4D93-B3AD-96373AF05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BE19361-19CE-43CD-897D-3B9AB2C3B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527BC-5C04-4BE3-BE0F-4DD2403815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8188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72CC89B-8D01-45E5-A032-BCE9C9B35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B50015E-83E2-4095-B74E-89BC5D3667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FAC3FC-C714-43EC-A8D2-70E0AAD490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970E6D-D326-496A-86AF-D4491216D567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7702FD-3E92-443A-90CC-C44FDDE59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042A97-46A2-4084-AB81-09B61296C6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5527BC-5C04-4BE3-BE0F-4DD2403815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0532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E6A6AB7-80A8-47D2-B306-FB08474DC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7402" y="142892"/>
            <a:ext cx="378704" cy="3281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0C63B93-B04E-4538-AF97-9FFD8091F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49" y="85258"/>
            <a:ext cx="12012701" cy="668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8271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Jose Scaquett</dc:creator>
  <cp:lastModifiedBy>Jose Scaquett</cp:lastModifiedBy>
  <cp:revision>2</cp:revision>
  <dcterms:created xsi:type="dcterms:W3CDTF">2025-11-03T20:10:51Z</dcterms:created>
  <dcterms:modified xsi:type="dcterms:W3CDTF">2025-11-03T20:17:41Z</dcterms:modified>
</cp:coreProperties>
</file>