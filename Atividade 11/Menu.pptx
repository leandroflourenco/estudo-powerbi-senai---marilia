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439" r:id="rId2"/>
    <p:sldId id="43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304"/>
    <a:srgbClr val="112646"/>
    <a:srgbClr val="6D26A3"/>
    <a:srgbClr val="2E53CB"/>
    <a:srgbClr val="A2028C"/>
    <a:srgbClr val="FDFAFE"/>
    <a:srgbClr val="8C52FF"/>
    <a:srgbClr val="7030A0"/>
    <a:srgbClr val="00CCA8"/>
    <a:srgbClr val="180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9E555-AED3-45C4-A014-495656FD41A0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83CE3-DFF1-42F3-80E2-1D175956869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3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B6049-606E-40C7-8CB8-48EF4A7F5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140F0D-061B-49F2-8915-808572292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8D25EA-C1C4-45D9-880C-4C78DD1A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C1E0CD-0677-42D9-BF9D-B77BA2FE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36E69B-6CA6-4570-ADA1-624C0B67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423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8F596-43C3-431C-B09C-5F4F957A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14B226-C98A-4064-8959-A47872CA8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D38483-4840-4ACF-AAB5-1CE5A7649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0421F5-C625-4364-9F30-C31A05E93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589AED-57C0-45E9-82E2-8269DDAE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86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B2509-17AB-47B5-AFF6-75DA9954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6440E-AD6B-4697-9E36-A46ABE3BE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17C7C3-3030-482A-A885-E3F210AB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22AFE6-24E1-4BC3-BB91-3C7BE566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6BD3AC-0AAA-47A5-8027-E11AD597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59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12339-A385-4BA2-912C-E2ED3471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5F80BB-CD35-40AC-B88B-2BC1CAB81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5C7217-8D15-43FD-B70A-6FF33A712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C6F626-3B1B-4079-BF56-EA75EC88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D439D4-D0C9-4836-8833-90C238121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A3FA67-BB38-40E9-A085-AD79206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0489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0998D-9A4E-45C0-9794-88F6490A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29A492-FC8D-4F77-8DA4-20FB352DF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247BF9-6241-45C9-94AB-8E5EA4051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2BAF7C1-339A-4FA6-850A-9C96E722A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4B92B63-0393-4590-B18F-29011B851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D309E0C-9690-4BD0-B2C4-DB202886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DF4F23-06F5-47F3-BB6C-BEE7C466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77BDCFE-2EE4-437C-BBF2-0859F55C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57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9DB5A-F39F-4600-B109-6C2AEAE6A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804C490-D2C3-4862-B441-BCA075A6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29165A-3354-46C4-BB7A-7284A342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E6AAF1-AD13-4792-B9ED-41863835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64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158CC9F-E955-49E5-876C-FD07398C2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71CEA13-5894-48D1-8A0A-ED1DF5CD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8065AC-E6C4-4A4C-9914-501FF7B5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72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5111E-C31E-4E41-8866-0E65A27BB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303CF4-E693-4F5E-A3F9-EB3D7D9B9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71FE41-0A5E-4351-B120-9BEDE1E5F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D200DF-99E6-48EF-8208-95D97BA0C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C5513C-EA73-4E27-8280-59794595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F03253-F792-4EBF-B058-432112D0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50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C3D58-2C32-4CBC-889E-BE572185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66E66D-D347-46DA-BF3D-2577A616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E9D8C7-A8C2-437B-BF63-AD1FD2B55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2ECFB3-7592-4A6F-BD37-4BC73098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68FEDC-8DF2-49A6-8012-49F911EFA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9FBDCF-4E12-4645-84F8-03D8990F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742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AA7B5-3ECF-41CF-8831-AFE2E2698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13E7A4-4DF7-40D0-92C6-D38F7B342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F1022F-1DC8-4724-B6C3-44B25336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2E360E-8B05-42C2-A962-D23E963F9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363B15-2C5E-44C3-B49D-0ED15F8A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16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B3E160-5179-464A-ACDF-3C13B78346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9787F5-63F9-4703-A080-E585B8909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2E3831-9B56-4912-8A0E-87E578A3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351E1-95A5-4477-87EB-C062A6424DDA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97230D-55BE-4ACB-ACEE-A800FA01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641F5-4EA9-479C-A586-711CD3C9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865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C0CF4E3-B577-460A-AEF3-EAA7B61B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70D0AC-6DE5-4E76-ABB9-15B6E94EA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86C7CF-C824-4599-895B-3EE247D1F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351E1-95A5-4477-87EB-C062A6424DDA}" type="datetimeFigureOut">
              <a:rPr lang="pt-BR" smtClean="0"/>
              <a:t>31/10/2024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2F4E2F-1DC7-473C-898A-3EA29CA2D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89C58F-D8C3-464A-BC3C-D0FA4574E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0FD4A-19BB-4549-BD64-6E9F08C2A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09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tângulo 63">
            <a:extLst>
              <a:ext uri="{FF2B5EF4-FFF2-40B4-BE49-F238E27FC236}">
                <a16:creationId xmlns:a16="http://schemas.microsoft.com/office/drawing/2014/main" id="{0E3E6675-CDB1-40C4-999E-DB9F8084B4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4" name="Group 2">
            <a:extLst>
              <a:ext uri="{FF2B5EF4-FFF2-40B4-BE49-F238E27FC236}">
                <a16:creationId xmlns:a16="http://schemas.microsoft.com/office/drawing/2014/main" id="{D10273D8-6945-EF08-C554-A53D629FBE79}"/>
              </a:ext>
            </a:extLst>
          </p:cNvPr>
          <p:cNvGrpSpPr/>
          <p:nvPr/>
        </p:nvGrpSpPr>
        <p:grpSpPr>
          <a:xfrm>
            <a:off x="-3570460" y="185185"/>
            <a:ext cx="15488140" cy="6554110"/>
            <a:chOff x="0" y="7063"/>
            <a:chExt cx="3578760" cy="1976215"/>
          </a:xfrm>
        </p:grpSpPr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76A24950-A68F-EBDC-3FD5-2C87C86EBCCF}"/>
                </a:ext>
              </a:extLst>
            </p:cNvPr>
            <p:cNvSpPr/>
            <p:nvPr/>
          </p:nvSpPr>
          <p:spPr>
            <a:xfrm>
              <a:off x="889420" y="7063"/>
              <a:ext cx="2689340" cy="1940423"/>
            </a:xfrm>
            <a:custGeom>
              <a:avLst/>
              <a:gdLst/>
              <a:ahLst/>
              <a:cxnLst/>
              <a:rect l="l" t="t" r="r" b="b"/>
              <a:pathLst>
                <a:path w="2689340" h="1983278">
                  <a:moveTo>
                    <a:pt x="17344" y="0"/>
                  </a:moveTo>
                  <a:lnTo>
                    <a:pt x="2671997" y="0"/>
                  </a:lnTo>
                  <a:cubicBezTo>
                    <a:pt x="2676597" y="0"/>
                    <a:pt x="2681008" y="1827"/>
                    <a:pt x="2684261" y="5080"/>
                  </a:cubicBezTo>
                  <a:cubicBezTo>
                    <a:pt x="2687513" y="8333"/>
                    <a:pt x="2689340" y="12744"/>
                    <a:pt x="2689340" y="17344"/>
                  </a:cubicBezTo>
                  <a:lnTo>
                    <a:pt x="2689340" y="1965934"/>
                  </a:lnTo>
                  <a:cubicBezTo>
                    <a:pt x="2689340" y="1970534"/>
                    <a:pt x="2687513" y="1974946"/>
                    <a:pt x="2684261" y="1978198"/>
                  </a:cubicBezTo>
                  <a:cubicBezTo>
                    <a:pt x="2681008" y="1981451"/>
                    <a:pt x="2676597" y="1983278"/>
                    <a:pt x="2671997" y="1983278"/>
                  </a:cubicBezTo>
                  <a:lnTo>
                    <a:pt x="17344" y="1983278"/>
                  </a:lnTo>
                  <a:cubicBezTo>
                    <a:pt x="12744" y="1983278"/>
                    <a:pt x="8333" y="1981451"/>
                    <a:pt x="5080" y="1978198"/>
                  </a:cubicBezTo>
                  <a:cubicBezTo>
                    <a:pt x="1827" y="1974946"/>
                    <a:pt x="0" y="1970534"/>
                    <a:pt x="0" y="1965934"/>
                  </a:cubicBezTo>
                  <a:lnTo>
                    <a:pt x="0" y="17344"/>
                  </a:lnTo>
                  <a:cubicBezTo>
                    <a:pt x="0" y="12744"/>
                    <a:pt x="1827" y="8333"/>
                    <a:pt x="5080" y="5080"/>
                  </a:cubicBezTo>
                  <a:cubicBezTo>
                    <a:pt x="8333" y="1827"/>
                    <a:pt x="12744" y="0"/>
                    <a:pt x="1734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ln w="9525" cap="rnd">
              <a:solidFill>
                <a:srgbClr val="8C52FF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217FB02D-3E02-457E-CF07-CA9D31834BA8}"/>
                </a:ext>
              </a:extLst>
            </p:cNvPr>
            <p:cNvSpPr txBox="1"/>
            <p:nvPr/>
          </p:nvSpPr>
          <p:spPr>
            <a:xfrm>
              <a:off x="0" y="76200"/>
              <a:ext cx="2689340" cy="1907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eaLnBrk="1" fontAlgn="auto" latinLnBrk="0" hangingPunct="1">
                <a:lnSpc>
                  <a:spcPts val="2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9" name="TextBox 40">
            <a:extLst>
              <a:ext uri="{FF2B5EF4-FFF2-40B4-BE49-F238E27FC236}">
                <a16:creationId xmlns:a16="http://schemas.microsoft.com/office/drawing/2014/main" id="{2B545FF9-210A-6068-7238-77E3A66E8E4E}"/>
              </a:ext>
            </a:extLst>
          </p:cNvPr>
          <p:cNvSpPr txBox="1"/>
          <p:nvPr/>
        </p:nvSpPr>
        <p:spPr>
          <a:xfrm>
            <a:off x="3860606" y="2197893"/>
            <a:ext cx="493103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000" dirty="0" err="1">
                <a:solidFill>
                  <a:srgbClr val="FFFFFF"/>
                </a:solidFill>
                <a:latin typeface="Montserrat" panose="00000500000000000000" pitchFamily="2" charset="0"/>
              </a:rPr>
              <a:t>Conheça</a:t>
            </a:r>
            <a:r>
              <a:rPr lang="en-US" sz="4000" dirty="0">
                <a:solidFill>
                  <a:srgbClr val="FFFFFF"/>
                </a:solidFill>
                <a:latin typeface="Montserrat" panose="00000500000000000000" pitchFamily="2" charset="0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Montserrat" panose="00000500000000000000" pitchFamily="2" charset="0"/>
              </a:rPr>
              <a:t>os</a:t>
            </a:r>
            <a:r>
              <a:rPr lang="en-US" sz="4000" dirty="0">
                <a:solidFill>
                  <a:srgbClr val="FFFFFF"/>
                </a:solidFill>
                <a:latin typeface="Montserrat" panose="00000500000000000000" pitchFamily="2" charset="0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Montserrat" panose="00000500000000000000" pitchFamily="2" charset="0"/>
              </a:rPr>
              <a:t>Nossos</a:t>
            </a:r>
            <a:r>
              <a:rPr lang="en-US" sz="4000" dirty="0">
                <a:solidFill>
                  <a:srgbClr val="FFFFFF"/>
                </a:solidFill>
                <a:latin typeface="Montserrat" panose="00000500000000000000" pitchFamily="2" charset="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Montserrat" panose="00000500000000000000" pitchFamily="2" charset="0"/>
              </a:rPr>
              <a:t>Colaboradores</a:t>
            </a:r>
            <a:endParaRPr lang="en-US" sz="4000" b="1" dirty="0">
              <a:solidFill>
                <a:srgbClr val="8C52FF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Freeform 18">
            <a:extLst>
              <a:ext uri="{FF2B5EF4-FFF2-40B4-BE49-F238E27FC236}">
                <a16:creationId xmlns:a16="http://schemas.microsoft.com/office/drawing/2014/main" id="{F0F66B61-763F-51CE-87B3-ED10DB186BD4}"/>
              </a:ext>
            </a:extLst>
          </p:cNvPr>
          <p:cNvSpPr/>
          <p:nvPr/>
        </p:nvSpPr>
        <p:spPr>
          <a:xfrm rot="3883989">
            <a:off x="4616945" y="-3991075"/>
            <a:ext cx="16405227" cy="12229384"/>
          </a:xfrm>
          <a:custGeom>
            <a:avLst/>
            <a:gdLst/>
            <a:ahLst/>
            <a:cxnLst/>
            <a:rect l="l" t="t" r="r" b="b"/>
            <a:pathLst>
              <a:path w="16405227" h="12229384">
                <a:moveTo>
                  <a:pt x="0" y="0"/>
                </a:moveTo>
                <a:lnTo>
                  <a:pt x="16405227" y="0"/>
                </a:lnTo>
                <a:lnTo>
                  <a:pt x="16405227" y="12229384"/>
                </a:lnTo>
                <a:lnTo>
                  <a:pt x="0" y="12229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t="-9664"/>
            </a:stretch>
          </a:blipFill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5" name="Imagem 4" descr="Logotipo&#10;&#10;Descrição gerada automaticamente com confiança baixa">
            <a:extLst>
              <a:ext uri="{FF2B5EF4-FFF2-40B4-BE49-F238E27FC236}">
                <a16:creationId xmlns:a16="http://schemas.microsoft.com/office/drawing/2014/main" id="{4C866886-B7C4-452C-A9FD-3674F7B34F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3232"/>
          <a:stretch/>
        </p:blipFill>
        <p:spPr>
          <a:xfrm>
            <a:off x="767600" y="4124235"/>
            <a:ext cx="1024395" cy="2190412"/>
          </a:xfrm>
          <a:prstGeom prst="rect">
            <a:avLst/>
          </a:prstGeom>
        </p:spPr>
      </p:pic>
      <p:pic>
        <p:nvPicPr>
          <p:cNvPr id="7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7DAD65E0-DD0B-2609-41C3-9B975A890E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63"/>
          <a:stretch/>
        </p:blipFill>
        <p:spPr>
          <a:xfrm>
            <a:off x="10234748" y="4124235"/>
            <a:ext cx="1154302" cy="2188800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FFD7F01-6DA0-7DE2-14B8-7BE178E9AD46}"/>
              </a:ext>
            </a:extLst>
          </p:cNvPr>
          <p:cNvSpPr/>
          <p:nvPr/>
        </p:nvSpPr>
        <p:spPr>
          <a:xfrm>
            <a:off x="4515982" y="3715352"/>
            <a:ext cx="3620277" cy="67115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INICIAR ANÁLISE</a:t>
            </a:r>
          </a:p>
        </p:txBody>
      </p:sp>
      <p:sp>
        <p:nvSpPr>
          <p:cNvPr id="2" name="Retângulo Arredondado 46">
            <a:extLst>
              <a:ext uri="{FF2B5EF4-FFF2-40B4-BE49-F238E27FC236}">
                <a16:creationId xmlns:a16="http://schemas.microsoft.com/office/drawing/2014/main" id="{E3DB9CEC-358F-7E2F-33CE-9B2C6356D49E}"/>
              </a:ext>
            </a:extLst>
          </p:cNvPr>
          <p:cNvSpPr/>
          <p:nvPr/>
        </p:nvSpPr>
        <p:spPr>
          <a:xfrm>
            <a:off x="-1772975" y="961128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A2028C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Aptos" panose="020B0004020202020204" pitchFamily="34" charset="0"/>
                <a:ea typeface="Roboto Light" panose="02000000000000000000" pitchFamily="2" charset="0"/>
              </a:rPr>
              <a:t>#A2028C</a:t>
            </a:r>
          </a:p>
        </p:txBody>
      </p:sp>
      <p:sp>
        <p:nvSpPr>
          <p:cNvPr id="4" name="Retângulo Arredondado 46">
            <a:extLst>
              <a:ext uri="{FF2B5EF4-FFF2-40B4-BE49-F238E27FC236}">
                <a16:creationId xmlns:a16="http://schemas.microsoft.com/office/drawing/2014/main" id="{4AAF3EE8-2AD5-54A7-2DA3-A1A827965F2F}"/>
              </a:ext>
            </a:extLst>
          </p:cNvPr>
          <p:cNvSpPr/>
          <p:nvPr/>
        </p:nvSpPr>
        <p:spPr>
          <a:xfrm>
            <a:off x="-1837719" y="1839349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2E53CB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Aptos" panose="020B0004020202020204" pitchFamily="34" charset="0"/>
                <a:ea typeface="Roboto Light" panose="02000000000000000000" pitchFamily="2" charset="0"/>
              </a:rPr>
              <a:t>#2E53CB</a:t>
            </a:r>
          </a:p>
        </p:txBody>
      </p:sp>
      <p:sp>
        <p:nvSpPr>
          <p:cNvPr id="6" name="Retângulo Arredondado 46">
            <a:extLst>
              <a:ext uri="{FF2B5EF4-FFF2-40B4-BE49-F238E27FC236}">
                <a16:creationId xmlns:a16="http://schemas.microsoft.com/office/drawing/2014/main" id="{D7442FDE-F9C2-6B4D-8490-E9CCF8B1D2D1}"/>
              </a:ext>
            </a:extLst>
          </p:cNvPr>
          <p:cNvSpPr/>
          <p:nvPr/>
        </p:nvSpPr>
        <p:spPr>
          <a:xfrm>
            <a:off x="-1840465" y="2717570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6D26A3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Aptos" panose="020B0004020202020204" pitchFamily="34" charset="0"/>
                <a:ea typeface="Roboto Light" panose="02000000000000000000" pitchFamily="2" charset="0"/>
              </a:rPr>
              <a:t>#6D26A3</a:t>
            </a:r>
          </a:p>
        </p:txBody>
      </p:sp>
      <p:sp>
        <p:nvSpPr>
          <p:cNvPr id="13" name="Retângulo Arredondado 46">
            <a:extLst>
              <a:ext uri="{FF2B5EF4-FFF2-40B4-BE49-F238E27FC236}">
                <a16:creationId xmlns:a16="http://schemas.microsoft.com/office/drawing/2014/main" id="{4B7E9A15-2D08-C764-E928-3FD618C0C098}"/>
              </a:ext>
            </a:extLst>
          </p:cNvPr>
          <p:cNvSpPr/>
          <p:nvPr/>
        </p:nvSpPr>
        <p:spPr>
          <a:xfrm>
            <a:off x="-1840465" y="3607365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010304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Aptos" panose="020B0004020202020204" pitchFamily="34" charset="0"/>
                <a:ea typeface="Roboto Light" panose="02000000000000000000" pitchFamily="2" charset="0"/>
              </a:rPr>
              <a:t>#010304</a:t>
            </a:r>
          </a:p>
        </p:txBody>
      </p:sp>
      <p:pic>
        <p:nvPicPr>
          <p:cNvPr id="9" name="Imagem 8" descr="Desenho com traços pretos em fundo branco&#10;&#10;Descrição gerada automaticamente com confiança baixa">
            <a:extLst>
              <a:ext uri="{FF2B5EF4-FFF2-40B4-BE49-F238E27FC236}">
                <a16:creationId xmlns:a16="http://schemas.microsoft.com/office/drawing/2014/main" id="{E37BB92E-7C4A-4064-A8BD-3C06798D17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195" y="581042"/>
            <a:ext cx="413385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86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tângulo 63">
            <a:extLst>
              <a:ext uri="{FF2B5EF4-FFF2-40B4-BE49-F238E27FC236}">
                <a16:creationId xmlns:a16="http://schemas.microsoft.com/office/drawing/2014/main" id="{0E3E6675-CDB1-40C4-999E-DB9F8084B452}"/>
              </a:ext>
            </a:extLst>
          </p:cNvPr>
          <p:cNvSpPr/>
          <p:nvPr/>
        </p:nvSpPr>
        <p:spPr>
          <a:xfrm>
            <a:off x="0" y="0"/>
            <a:ext cx="1228835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4" name="Group 2">
            <a:extLst>
              <a:ext uri="{FF2B5EF4-FFF2-40B4-BE49-F238E27FC236}">
                <a16:creationId xmlns:a16="http://schemas.microsoft.com/office/drawing/2014/main" id="{D10273D8-6945-EF08-C554-A53D629FBE79}"/>
              </a:ext>
            </a:extLst>
          </p:cNvPr>
          <p:cNvGrpSpPr/>
          <p:nvPr/>
        </p:nvGrpSpPr>
        <p:grpSpPr>
          <a:xfrm>
            <a:off x="275493" y="767923"/>
            <a:ext cx="8024019" cy="5819816"/>
            <a:chOff x="0" y="0"/>
            <a:chExt cx="2689340" cy="1983278"/>
          </a:xfrm>
        </p:grpSpPr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76A24950-A68F-EBDC-3FD5-2C87C86EBCCF}"/>
                </a:ext>
              </a:extLst>
            </p:cNvPr>
            <p:cNvSpPr/>
            <p:nvPr/>
          </p:nvSpPr>
          <p:spPr>
            <a:xfrm>
              <a:off x="0" y="0"/>
              <a:ext cx="2689340" cy="1983278"/>
            </a:xfrm>
            <a:custGeom>
              <a:avLst/>
              <a:gdLst/>
              <a:ahLst/>
              <a:cxnLst/>
              <a:rect l="l" t="t" r="r" b="b"/>
              <a:pathLst>
                <a:path w="2689340" h="1983278">
                  <a:moveTo>
                    <a:pt x="17344" y="0"/>
                  </a:moveTo>
                  <a:lnTo>
                    <a:pt x="2671997" y="0"/>
                  </a:lnTo>
                  <a:cubicBezTo>
                    <a:pt x="2676597" y="0"/>
                    <a:pt x="2681008" y="1827"/>
                    <a:pt x="2684261" y="5080"/>
                  </a:cubicBezTo>
                  <a:cubicBezTo>
                    <a:pt x="2687513" y="8333"/>
                    <a:pt x="2689340" y="12744"/>
                    <a:pt x="2689340" y="17344"/>
                  </a:cubicBezTo>
                  <a:lnTo>
                    <a:pt x="2689340" y="1965934"/>
                  </a:lnTo>
                  <a:cubicBezTo>
                    <a:pt x="2689340" y="1970534"/>
                    <a:pt x="2687513" y="1974946"/>
                    <a:pt x="2684261" y="1978198"/>
                  </a:cubicBezTo>
                  <a:cubicBezTo>
                    <a:pt x="2681008" y="1981451"/>
                    <a:pt x="2676597" y="1983278"/>
                    <a:pt x="2671997" y="1983278"/>
                  </a:cubicBezTo>
                  <a:lnTo>
                    <a:pt x="17344" y="1983278"/>
                  </a:lnTo>
                  <a:cubicBezTo>
                    <a:pt x="12744" y="1983278"/>
                    <a:pt x="8333" y="1981451"/>
                    <a:pt x="5080" y="1978198"/>
                  </a:cubicBezTo>
                  <a:cubicBezTo>
                    <a:pt x="1827" y="1974946"/>
                    <a:pt x="0" y="1970534"/>
                    <a:pt x="0" y="1965934"/>
                  </a:cubicBezTo>
                  <a:lnTo>
                    <a:pt x="0" y="17344"/>
                  </a:lnTo>
                  <a:cubicBezTo>
                    <a:pt x="0" y="12744"/>
                    <a:pt x="1827" y="8333"/>
                    <a:pt x="5080" y="5080"/>
                  </a:cubicBezTo>
                  <a:cubicBezTo>
                    <a:pt x="8333" y="1827"/>
                    <a:pt x="12744" y="0"/>
                    <a:pt x="1734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ln w="9525" cap="rnd">
              <a:solidFill>
                <a:srgbClr val="8C52FF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217FB02D-3E02-457E-CF07-CA9D31834BA8}"/>
                </a:ext>
              </a:extLst>
            </p:cNvPr>
            <p:cNvSpPr txBox="1"/>
            <p:nvPr/>
          </p:nvSpPr>
          <p:spPr>
            <a:xfrm>
              <a:off x="0" y="76200"/>
              <a:ext cx="2689340" cy="1907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eaLnBrk="1" fontAlgn="auto" latinLnBrk="0" hangingPunct="1">
                <a:lnSpc>
                  <a:spcPts val="2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7" name="Group 5">
            <a:extLst>
              <a:ext uri="{FF2B5EF4-FFF2-40B4-BE49-F238E27FC236}">
                <a16:creationId xmlns:a16="http://schemas.microsoft.com/office/drawing/2014/main" id="{B0DEA814-1401-C209-ED85-63729A538E2F}"/>
              </a:ext>
            </a:extLst>
          </p:cNvPr>
          <p:cNvGrpSpPr/>
          <p:nvPr/>
        </p:nvGrpSpPr>
        <p:grpSpPr>
          <a:xfrm>
            <a:off x="275493" y="767923"/>
            <a:ext cx="8024019" cy="1543699"/>
            <a:chOff x="0" y="0"/>
            <a:chExt cx="2689340" cy="431822"/>
          </a:xfrm>
        </p:grpSpPr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2A33225A-4B06-75C0-5CD9-80AE448D3AC1}"/>
                </a:ext>
              </a:extLst>
            </p:cNvPr>
            <p:cNvSpPr/>
            <p:nvPr/>
          </p:nvSpPr>
          <p:spPr>
            <a:xfrm>
              <a:off x="0" y="0"/>
              <a:ext cx="2689340" cy="355622"/>
            </a:xfrm>
            <a:custGeom>
              <a:avLst/>
              <a:gdLst/>
              <a:ahLst/>
              <a:cxnLst/>
              <a:rect l="l" t="t" r="r" b="b"/>
              <a:pathLst>
                <a:path w="2689340" h="431822">
                  <a:moveTo>
                    <a:pt x="17344" y="0"/>
                  </a:moveTo>
                  <a:lnTo>
                    <a:pt x="2671997" y="0"/>
                  </a:lnTo>
                  <a:cubicBezTo>
                    <a:pt x="2676597" y="0"/>
                    <a:pt x="2681008" y="1827"/>
                    <a:pt x="2684261" y="5080"/>
                  </a:cubicBezTo>
                  <a:cubicBezTo>
                    <a:pt x="2687513" y="8333"/>
                    <a:pt x="2689340" y="12744"/>
                    <a:pt x="2689340" y="17344"/>
                  </a:cubicBezTo>
                  <a:lnTo>
                    <a:pt x="2689340" y="414478"/>
                  </a:lnTo>
                  <a:cubicBezTo>
                    <a:pt x="2689340" y="424057"/>
                    <a:pt x="2681575" y="431822"/>
                    <a:pt x="2671997" y="431822"/>
                  </a:cubicBezTo>
                  <a:lnTo>
                    <a:pt x="17344" y="431822"/>
                  </a:lnTo>
                  <a:cubicBezTo>
                    <a:pt x="12744" y="431822"/>
                    <a:pt x="8333" y="429995"/>
                    <a:pt x="5080" y="426742"/>
                  </a:cubicBezTo>
                  <a:cubicBezTo>
                    <a:pt x="1827" y="423490"/>
                    <a:pt x="0" y="419078"/>
                    <a:pt x="0" y="414478"/>
                  </a:cubicBezTo>
                  <a:lnTo>
                    <a:pt x="0" y="17344"/>
                  </a:lnTo>
                  <a:cubicBezTo>
                    <a:pt x="0" y="12744"/>
                    <a:pt x="1827" y="8333"/>
                    <a:pt x="5080" y="5080"/>
                  </a:cubicBezTo>
                  <a:cubicBezTo>
                    <a:pt x="8333" y="1827"/>
                    <a:pt x="12744" y="0"/>
                    <a:pt x="1734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ln w="9525" cap="rnd">
              <a:solidFill>
                <a:srgbClr val="8C52FF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TextBox 7">
              <a:extLst>
                <a:ext uri="{FF2B5EF4-FFF2-40B4-BE49-F238E27FC236}">
                  <a16:creationId xmlns:a16="http://schemas.microsoft.com/office/drawing/2014/main" id="{0592DD36-357D-1EE5-5F0F-85050016E828}"/>
                </a:ext>
              </a:extLst>
            </p:cNvPr>
            <p:cNvSpPr txBox="1"/>
            <p:nvPr/>
          </p:nvSpPr>
          <p:spPr>
            <a:xfrm>
              <a:off x="0" y="76200"/>
              <a:ext cx="2689340" cy="3556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eaLnBrk="1" fontAlgn="auto" latinLnBrk="0" hangingPunct="1">
                <a:lnSpc>
                  <a:spcPts val="2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0" name="Group 8">
            <a:extLst>
              <a:ext uri="{FF2B5EF4-FFF2-40B4-BE49-F238E27FC236}">
                <a16:creationId xmlns:a16="http://schemas.microsoft.com/office/drawing/2014/main" id="{FF92ED55-4535-B719-CD43-AF9B68735952}"/>
              </a:ext>
            </a:extLst>
          </p:cNvPr>
          <p:cNvGrpSpPr/>
          <p:nvPr/>
        </p:nvGrpSpPr>
        <p:grpSpPr>
          <a:xfrm>
            <a:off x="8613609" y="1011763"/>
            <a:ext cx="3079600" cy="2539157"/>
            <a:chOff x="0" y="0"/>
            <a:chExt cx="1130086" cy="950821"/>
          </a:xfrm>
        </p:grpSpPr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70676C1E-53B9-742B-DE0E-73CC059083E5}"/>
                </a:ext>
              </a:extLst>
            </p:cNvPr>
            <p:cNvSpPr/>
            <p:nvPr/>
          </p:nvSpPr>
          <p:spPr>
            <a:xfrm>
              <a:off x="0" y="0"/>
              <a:ext cx="1130086" cy="950822"/>
            </a:xfrm>
            <a:custGeom>
              <a:avLst/>
              <a:gdLst/>
              <a:ahLst/>
              <a:cxnLst/>
              <a:rect l="l" t="t" r="r" b="b"/>
              <a:pathLst>
                <a:path w="1130086" h="950822">
                  <a:moveTo>
                    <a:pt x="41275" y="0"/>
                  </a:moveTo>
                  <a:lnTo>
                    <a:pt x="1088812" y="0"/>
                  </a:lnTo>
                  <a:cubicBezTo>
                    <a:pt x="1099758" y="0"/>
                    <a:pt x="1110257" y="4349"/>
                    <a:pt x="1117997" y="12089"/>
                  </a:cubicBezTo>
                  <a:cubicBezTo>
                    <a:pt x="1125738" y="19829"/>
                    <a:pt x="1130086" y="30328"/>
                    <a:pt x="1130086" y="41275"/>
                  </a:cubicBezTo>
                  <a:lnTo>
                    <a:pt x="1130086" y="909547"/>
                  </a:lnTo>
                  <a:cubicBezTo>
                    <a:pt x="1130086" y="932342"/>
                    <a:pt x="1111607" y="950822"/>
                    <a:pt x="1088812" y="950822"/>
                  </a:cubicBezTo>
                  <a:lnTo>
                    <a:pt x="41275" y="950822"/>
                  </a:lnTo>
                  <a:cubicBezTo>
                    <a:pt x="18479" y="950822"/>
                    <a:pt x="0" y="932342"/>
                    <a:pt x="0" y="909547"/>
                  </a:cubicBezTo>
                  <a:lnTo>
                    <a:pt x="0" y="41275"/>
                  </a:lnTo>
                  <a:cubicBezTo>
                    <a:pt x="0" y="30328"/>
                    <a:pt x="4349" y="19829"/>
                    <a:pt x="12089" y="12089"/>
                  </a:cubicBezTo>
                  <a:cubicBezTo>
                    <a:pt x="19829" y="4349"/>
                    <a:pt x="30328" y="0"/>
                    <a:pt x="4127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ln w="9525" cap="rnd">
              <a:solidFill>
                <a:srgbClr val="8C52FF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TextBox 10">
              <a:extLst>
                <a:ext uri="{FF2B5EF4-FFF2-40B4-BE49-F238E27FC236}">
                  <a16:creationId xmlns:a16="http://schemas.microsoft.com/office/drawing/2014/main" id="{27E5C8AF-E81C-6DCB-7C05-A544FECA24BF}"/>
                </a:ext>
              </a:extLst>
            </p:cNvPr>
            <p:cNvSpPr txBox="1"/>
            <p:nvPr/>
          </p:nvSpPr>
          <p:spPr>
            <a:xfrm>
              <a:off x="0" y="76200"/>
              <a:ext cx="1130086" cy="874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eaLnBrk="1" fontAlgn="auto" latinLnBrk="0" hangingPunct="1">
                <a:lnSpc>
                  <a:spcPts val="2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7C16ED26-8B5C-7C3E-ED4C-A803C7FD42E8}"/>
              </a:ext>
            </a:extLst>
          </p:cNvPr>
          <p:cNvGrpSpPr/>
          <p:nvPr/>
        </p:nvGrpSpPr>
        <p:grpSpPr>
          <a:xfrm>
            <a:off x="5950828" y="1051184"/>
            <a:ext cx="2442130" cy="724517"/>
            <a:chOff x="5296070" y="1031043"/>
            <a:chExt cx="2442130" cy="724517"/>
          </a:xfrm>
        </p:grpSpPr>
        <p:sp>
          <p:nvSpPr>
            <p:cNvPr id="58" name="TextBox 29">
              <a:extLst>
                <a:ext uri="{FF2B5EF4-FFF2-40B4-BE49-F238E27FC236}">
                  <a16:creationId xmlns:a16="http://schemas.microsoft.com/office/drawing/2014/main" id="{9C5F00E1-A9A1-EE95-5CBB-0031857B9CAE}"/>
                </a:ext>
              </a:extLst>
            </p:cNvPr>
            <p:cNvSpPr txBox="1"/>
            <p:nvPr/>
          </p:nvSpPr>
          <p:spPr>
            <a:xfrm>
              <a:off x="5296070" y="1031043"/>
              <a:ext cx="2442130" cy="1822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pt-BR"/>
              </a:defPPr>
              <a:lvl1pPr>
                <a:lnSpc>
                  <a:spcPts val="1540"/>
                </a:lnSpc>
                <a:defRPr sz="1200" spc="140">
                  <a:solidFill>
                    <a:prstClr val="white"/>
                  </a:solidFill>
                  <a:latin typeface="Montserrat Bold" panose="00000800000000000000" pitchFamily="2" charset="0"/>
                </a:defRPr>
              </a:lvl1pPr>
            </a:lstStyle>
            <a:p>
              <a:r>
                <a:rPr lang="en-US" dirty="0"/>
                <a:t>COLABORADORES</a:t>
              </a:r>
            </a:p>
          </p:txBody>
        </p:sp>
        <p:pic>
          <p:nvPicPr>
            <p:cNvPr id="60" name="Gráfico 59" descr="Gênero com preenchimento sólido">
              <a:extLst>
                <a:ext uri="{FF2B5EF4-FFF2-40B4-BE49-F238E27FC236}">
                  <a16:creationId xmlns:a16="http://schemas.microsoft.com/office/drawing/2014/main" id="{9B676F3F-6FB2-A48E-7C25-7D3015A6E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96070" y="1395560"/>
              <a:ext cx="360000" cy="360000"/>
            </a:xfrm>
            <a:prstGeom prst="rect">
              <a:avLst/>
            </a:prstGeom>
          </p:spPr>
        </p:pic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40753061-A378-DC3F-498F-AB8C43E11B94}"/>
              </a:ext>
            </a:extLst>
          </p:cNvPr>
          <p:cNvGrpSpPr/>
          <p:nvPr/>
        </p:nvGrpSpPr>
        <p:grpSpPr>
          <a:xfrm>
            <a:off x="556107" y="1050639"/>
            <a:ext cx="2229329" cy="704921"/>
            <a:chOff x="556107" y="1050639"/>
            <a:chExt cx="2229329" cy="704921"/>
          </a:xfrm>
        </p:grpSpPr>
        <p:sp>
          <p:nvSpPr>
            <p:cNvPr id="56" name="TextBox 25">
              <a:extLst>
                <a:ext uri="{FF2B5EF4-FFF2-40B4-BE49-F238E27FC236}">
                  <a16:creationId xmlns:a16="http://schemas.microsoft.com/office/drawing/2014/main" id="{59C1954A-EB10-8A45-BCAE-EAA16BB45EF1}"/>
                </a:ext>
              </a:extLst>
            </p:cNvPr>
            <p:cNvSpPr txBox="1"/>
            <p:nvPr/>
          </p:nvSpPr>
          <p:spPr>
            <a:xfrm>
              <a:off x="556107" y="1050639"/>
              <a:ext cx="2229329" cy="182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40"/>
                </a:lnSpc>
              </a:pPr>
              <a:r>
                <a:rPr lang="en-US" sz="1200" spc="140" dirty="0">
                  <a:solidFill>
                    <a:prstClr val="white"/>
                  </a:solidFill>
                  <a:latin typeface="Montserrat Bold" panose="00000800000000000000" pitchFamily="2" charset="0"/>
                </a:rPr>
                <a:t>TOTAL DE SALÁRIOS</a:t>
              </a:r>
            </a:p>
          </p:txBody>
        </p:sp>
        <p:pic>
          <p:nvPicPr>
            <p:cNvPr id="61" name="Gráfico 60" descr="Cofrinho com preenchimento sólido">
              <a:extLst>
                <a:ext uri="{FF2B5EF4-FFF2-40B4-BE49-F238E27FC236}">
                  <a16:creationId xmlns:a16="http://schemas.microsoft.com/office/drawing/2014/main" id="{B1853675-A621-D57B-A159-4E451B777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6107" y="1395560"/>
              <a:ext cx="360000" cy="360000"/>
            </a:xfrm>
            <a:prstGeom prst="rect">
              <a:avLst/>
            </a:prstGeom>
          </p:spPr>
        </p:pic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448A947C-4DD5-E0AC-34EF-001B2E717D69}"/>
              </a:ext>
            </a:extLst>
          </p:cNvPr>
          <p:cNvGrpSpPr/>
          <p:nvPr/>
        </p:nvGrpSpPr>
        <p:grpSpPr>
          <a:xfrm>
            <a:off x="3277946" y="1051662"/>
            <a:ext cx="2639464" cy="703898"/>
            <a:chOff x="3079826" y="1051662"/>
            <a:chExt cx="2639464" cy="703898"/>
          </a:xfrm>
        </p:grpSpPr>
        <p:sp>
          <p:nvSpPr>
            <p:cNvPr id="57" name="TextBox 28">
              <a:extLst>
                <a:ext uri="{FF2B5EF4-FFF2-40B4-BE49-F238E27FC236}">
                  <a16:creationId xmlns:a16="http://schemas.microsoft.com/office/drawing/2014/main" id="{324775E1-AC22-C196-86FF-C961DC2CD7BF}"/>
                </a:ext>
              </a:extLst>
            </p:cNvPr>
            <p:cNvSpPr txBox="1"/>
            <p:nvPr/>
          </p:nvSpPr>
          <p:spPr>
            <a:xfrm>
              <a:off x="3079826" y="1051662"/>
              <a:ext cx="2639464" cy="182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pt-BR"/>
              </a:defPPr>
              <a:lvl1pPr>
                <a:lnSpc>
                  <a:spcPts val="1540"/>
                </a:lnSpc>
                <a:defRPr sz="1200" spc="140">
                  <a:solidFill>
                    <a:prstClr val="white"/>
                  </a:solidFill>
                  <a:latin typeface="Montserrat Bold" panose="00000800000000000000" pitchFamily="2" charset="0"/>
                </a:defRPr>
              </a:lvl1pPr>
            </a:lstStyle>
            <a:p>
              <a:r>
                <a:rPr lang="en-US" dirty="0"/>
                <a:t>MÉDIA SALARIAL</a:t>
              </a:r>
            </a:p>
          </p:txBody>
        </p:sp>
        <p:pic>
          <p:nvPicPr>
            <p:cNvPr id="62" name="Gráfico 61" descr="Gráfico de barras com preenchimento sólido">
              <a:extLst>
                <a:ext uri="{FF2B5EF4-FFF2-40B4-BE49-F238E27FC236}">
                  <a16:creationId xmlns:a16="http://schemas.microsoft.com/office/drawing/2014/main" id="{39C28DA1-38AE-57E1-D93D-C6BA62933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79826" y="1395560"/>
              <a:ext cx="360000" cy="360000"/>
            </a:xfrm>
            <a:prstGeom prst="rect">
              <a:avLst/>
            </a:prstGeom>
          </p:spPr>
        </p:pic>
      </p:grpSp>
      <p:grpSp>
        <p:nvGrpSpPr>
          <p:cNvPr id="65" name="Group 8">
            <a:extLst>
              <a:ext uri="{FF2B5EF4-FFF2-40B4-BE49-F238E27FC236}">
                <a16:creationId xmlns:a16="http://schemas.microsoft.com/office/drawing/2014/main" id="{05134FBE-3556-D1B8-64AC-001E3941C36E}"/>
              </a:ext>
            </a:extLst>
          </p:cNvPr>
          <p:cNvGrpSpPr/>
          <p:nvPr/>
        </p:nvGrpSpPr>
        <p:grpSpPr>
          <a:xfrm>
            <a:off x="8613609" y="3728542"/>
            <a:ext cx="3079600" cy="2859197"/>
            <a:chOff x="0" y="0"/>
            <a:chExt cx="1130086" cy="950821"/>
          </a:xfrm>
        </p:grpSpPr>
        <p:sp>
          <p:nvSpPr>
            <p:cNvPr id="66" name="Freeform 9">
              <a:extLst>
                <a:ext uri="{FF2B5EF4-FFF2-40B4-BE49-F238E27FC236}">
                  <a16:creationId xmlns:a16="http://schemas.microsoft.com/office/drawing/2014/main" id="{98757380-747F-645B-E23D-82B3F468E18A}"/>
                </a:ext>
              </a:extLst>
            </p:cNvPr>
            <p:cNvSpPr/>
            <p:nvPr/>
          </p:nvSpPr>
          <p:spPr>
            <a:xfrm>
              <a:off x="0" y="0"/>
              <a:ext cx="1130086" cy="950822"/>
            </a:xfrm>
            <a:custGeom>
              <a:avLst/>
              <a:gdLst/>
              <a:ahLst/>
              <a:cxnLst/>
              <a:rect l="l" t="t" r="r" b="b"/>
              <a:pathLst>
                <a:path w="1130086" h="950822">
                  <a:moveTo>
                    <a:pt x="41275" y="0"/>
                  </a:moveTo>
                  <a:lnTo>
                    <a:pt x="1088812" y="0"/>
                  </a:lnTo>
                  <a:cubicBezTo>
                    <a:pt x="1099758" y="0"/>
                    <a:pt x="1110257" y="4349"/>
                    <a:pt x="1117997" y="12089"/>
                  </a:cubicBezTo>
                  <a:cubicBezTo>
                    <a:pt x="1125738" y="19829"/>
                    <a:pt x="1130086" y="30328"/>
                    <a:pt x="1130086" y="41275"/>
                  </a:cubicBezTo>
                  <a:lnTo>
                    <a:pt x="1130086" y="909547"/>
                  </a:lnTo>
                  <a:cubicBezTo>
                    <a:pt x="1130086" y="932342"/>
                    <a:pt x="1111607" y="950822"/>
                    <a:pt x="1088812" y="950822"/>
                  </a:cubicBezTo>
                  <a:lnTo>
                    <a:pt x="41275" y="950822"/>
                  </a:lnTo>
                  <a:cubicBezTo>
                    <a:pt x="18479" y="950822"/>
                    <a:pt x="0" y="932342"/>
                    <a:pt x="0" y="909547"/>
                  </a:cubicBezTo>
                  <a:lnTo>
                    <a:pt x="0" y="41275"/>
                  </a:lnTo>
                  <a:cubicBezTo>
                    <a:pt x="0" y="30328"/>
                    <a:pt x="4349" y="19829"/>
                    <a:pt x="12089" y="12089"/>
                  </a:cubicBezTo>
                  <a:cubicBezTo>
                    <a:pt x="19829" y="4349"/>
                    <a:pt x="30328" y="0"/>
                    <a:pt x="4127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ln w="9525" cap="rnd">
              <a:solidFill>
                <a:srgbClr val="8C52FF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TextBox 10">
              <a:extLst>
                <a:ext uri="{FF2B5EF4-FFF2-40B4-BE49-F238E27FC236}">
                  <a16:creationId xmlns:a16="http://schemas.microsoft.com/office/drawing/2014/main" id="{4E17E597-F406-547D-22A5-30C3D63E5704}"/>
                </a:ext>
              </a:extLst>
            </p:cNvPr>
            <p:cNvSpPr txBox="1"/>
            <p:nvPr/>
          </p:nvSpPr>
          <p:spPr>
            <a:xfrm>
              <a:off x="0" y="76200"/>
              <a:ext cx="1130086" cy="874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eaLnBrk="1" fontAlgn="auto" latinLnBrk="0" hangingPunct="1">
                <a:lnSpc>
                  <a:spcPts val="2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7" name="Retângulo 76">
            <a:extLst>
              <a:ext uri="{FF2B5EF4-FFF2-40B4-BE49-F238E27FC236}">
                <a16:creationId xmlns:a16="http://schemas.microsoft.com/office/drawing/2014/main" id="{8EBAEE01-D570-F14E-B056-75A4382D3B5B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 w="28575">
            <a:solidFill>
              <a:srgbClr val="8C5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8" name="Imagem 77" descr="Ícone&#10;&#10;Descrição gerada automaticamente">
            <a:extLst>
              <a:ext uri="{FF2B5EF4-FFF2-40B4-BE49-F238E27FC236}">
                <a16:creationId xmlns:a16="http://schemas.microsoft.com/office/drawing/2014/main" id="{F6BB7821-477C-0BE9-A45F-05EFBD8C1E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058" y="185185"/>
            <a:ext cx="360000" cy="360000"/>
          </a:xfrm>
          <a:prstGeom prst="rect">
            <a:avLst/>
          </a:prstGeom>
        </p:spPr>
      </p:pic>
      <p:pic>
        <p:nvPicPr>
          <p:cNvPr id="79" name="Imagem 78" descr="Ícone&#10;&#10;Descrição gerada automaticamente">
            <a:extLst>
              <a:ext uri="{FF2B5EF4-FFF2-40B4-BE49-F238E27FC236}">
                <a16:creationId xmlns:a16="http://schemas.microsoft.com/office/drawing/2014/main" id="{00F9E281-9807-D67E-7EFF-0C5E7E844B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609" y="185185"/>
            <a:ext cx="360000" cy="360000"/>
          </a:xfrm>
          <a:prstGeom prst="rect">
            <a:avLst/>
          </a:prstGeom>
        </p:spPr>
      </p:pic>
      <p:sp>
        <p:nvSpPr>
          <p:cNvPr id="4" name="Retângulo Arredondado 46">
            <a:extLst>
              <a:ext uri="{FF2B5EF4-FFF2-40B4-BE49-F238E27FC236}">
                <a16:creationId xmlns:a16="http://schemas.microsoft.com/office/drawing/2014/main" id="{41F55943-5E99-C362-4946-275114949037}"/>
              </a:ext>
            </a:extLst>
          </p:cNvPr>
          <p:cNvSpPr/>
          <p:nvPr/>
        </p:nvSpPr>
        <p:spPr>
          <a:xfrm>
            <a:off x="-1830899" y="980259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A2028C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Aptos" panose="020B0004020202020204" pitchFamily="34" charset="0"/>
                <a:ea typeface="Roboto Light" panose="02000000000000000000" pitchFamily="2" charset="0"/>
              </a:rPr>
              <a:t>#A2028C</a:t>
            </a:r>
          </a:p>
        </p:txBody>
      </p:sp>
      <p:sp>
        <p:nvSpPr>
          <p:cNvPr id="7" name="Retângulo Arredondado 46">
            <a:extLst>
              <a:ext uri="{FF2B5EF4-FFF2-40B4-BE49-F238E27FC236}">
                <a16:creationId xmlns:a16="http://schemas.microsoft.com/office/drawing/2014/main" id="{C4561D3F-AE45-BACE-64D4-A4619451C144}"/>
              </a:ext>
            </a:extLst>
          </p:cNvPr>
          <p:cNvSpPr/>
          <p:nvPr/>
        </p:nvSpPr>
        <p:spPr>
          <a:xfrm>
            <a:off x="-1830899" y="2017662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6D26A3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Aptos" panose="020B0004020202020204" pitchFamily="34" charset="0"/>
                <a:ea typeface="Roboto Light" panose="02000000000000000000" pitchFamily="2" charset="0"/>
              </a:rPr>
              <a:t>#6D26A3</a:t>
            </a:r>
          </a:p>
        </p:txBody>
      </p:sp>
      <p:sp>
        <p:nvSpPr>
          <p:cNvPr id="8" name="Retângulo Arredondado 46">
            <a:extLst>
              <a:ext uri="{FF2B5EF4-FFF2-40B4-BE49-F238E27FC236}">
                <a16:creationId xmlns:a16="http://schemas.microsoft.com/office/drawing/2014/main" id="{35E2C42E-8E5C-78B4-41F6-AD78A2446F51}"/>
              </a:ext>
            </a:extLst>
          </p:cNvPr>
          <p:cNvSpPr/>
          <p:nvPr/>
        </p:nvSpPr>
        <p:spPr>
          <a:xfrm>
            <a:off x="-1830899" y="3073741"/>
            <a:ext cx="1389596" cy="730850"/>
          </a:xfrm>
          <a:prstGeom prst="roundRect">
            <a:avLst>
              <a:gd name="adj" fmla="val 10535"/>
            </a:avLst>
          </a:prstGeom>
          <a:solidFill>
            <a:srgbClr val="010304"/>
          </a:solidFill>
          <a:ln>
            <a:noFill/>
          </a:ln>
          <a:effectLst>
            <a:outerShdw blurRad="177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Aptos" panose="020B0004020202020204" pitchFamily="34" charset="0"/>
                <a:ea typeface="Roboto Light" panose="02000000000000000000" pitchFamily="2" charset="0"/>
              </a:rPr>
              <a:t>#010304</a:t>
            </a:r>
          </a:p>
        </p:txBody>
      </p:sp>
    </p:spTree>
    <p:extLst>
      <p:ext uri="{BB962C8B-B14F-4D97-AF65-F5344CB8AC3E}">
        <p14:creationId xmlns:p14="http://schemas.microsoft.com/office/powerpoint/2010/main" val="10377322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7018</TotalTime>
  <Words>26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Montserrat</vt:lpstr>
      <vt:lpstr>Montserrat Bold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Italo Teotonio</dc:creator>
  <cp:lastModifiedBy>Ricardo Fonseca da Cruz</cp:lastModifiedBy>
  <cp:revision>43</cp:revision>
  <dcterms:created xsi:type="dcterms:W3CDTF">2022-02-02T21:26:44Z</dcterms:created>
  <dcterms:modified xsi:type="dcterms:W3CDTF">2024-10-31T12:11:25Z</dcterms:modified>
</cp:coreProperties>
</file>