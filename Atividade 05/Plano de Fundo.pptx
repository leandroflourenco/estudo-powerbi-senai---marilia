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gSlWTSDAfkkH0UDBL9WfUrYXEj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2717" name="adj"/>
            </a:avLst>
          </a:prstGeom>
          <a:gradFill>
            <a:gsLst>
              <a:gs pos="0">
                <a:srgbClr val="05324B"/>
              </a:gs>
              <a:gs pos="63000">
                <a:srgbClr val="032030"/>
              </a:gs>
              <a:gs pos="76000">
                <a:srgbClr val="032030"/>
              </a:gs>
              <a:gs pos="100000">
                <a:srgbClr val="032030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71500" y="110067"/>
            <a:ext cx="11511009" cy="6636962"/>
          </a:xfrm>
          <a:prstGeom prst="roundRect">
            <a:avLst>
              <a:gd fmla="val 3334" name="adj"/>
            </a:avLst>
          </a:prstGeom>
          <a:solidFill>
            <a:srgbClr val="F2F2F2"/>
          </a:solidFill>
          <a:ln cap="flat" cmpd="sng" w="12700">
            <a:solidFill>
              <a:srgbClr val="00206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92347" y="266264"/>
            <a:ext cx="1896000" cy="580800"/>
          </a:xfrm>
          <a:prstGeom prst="roundRect">
            <a:avLst>
              <a:gd fmla="val 11556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672344" y="266264"/>
            <a:ext cx="1774500" cy="580800"/>
          </a:xfrm>
          <a:prstGeom prst="roundRect">
            <a:avLst>
              <a:gd fmla="val 10244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530923" y="266264"/>
            <a:ext cx="1833047" cy="580826"/>
          </a:xfrm>
          <a:prstGeom prst="roundRect">
            <a:avLst>
              <a:gd fmla="val 10244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448054" y="266264"/>
            <a:ext cx="1527600" cy="580800"/>
          </a:xfrm>
          <a:prstGeom prst="roundRect">
            <a:avLst>
              <a:gd fmla="val 9806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8059684" y="266264"/>
            <a:ext cx="1982400" cy="580800"/>
          </a:xfrm>
          <a:prstGeom prst="roundRect">
            <a:avLst>
              <a:gd fmla="val 10244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0126228" y="266264"/>
            <a:ext cx="1854000" cy="580800"/>
          </a:xfrm>
          <a:prstGeom prst="roundRect">
            <a:avLst>
              <a:gd fmla="val 8932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92347" y="969962"/>
            <a:ext cx="11328600" cy="3429300"/>
          </a:xfrm>
          <a:prstGeom prst="roundRect">
            <a:avLst>
              <a:gd fmla="val 4149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92347" y="4513144"/>
            <a:ext cx="2760000" cy="2091000"/>
          </a:xfrm>
          <a:prstGeom prst="roundRect">
            <a:avLst>
              <a:gd fmla="val 5871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3548819" y="4513144"/>
            <a:ext cx="2760064" cy="2090856"/>
          </a:xfrm>
          <a:prstGeom prst="roundRect">
            <a:avLst>
              <a:gd fmla="val 5433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6410786" y="4513144"/>
            <a:ext cx="2760064" cy="2090856"/>
          </a:xfrm>
          <a:prstGeom prst="roundRect">
            <a:avLst>
              <a:gd fmla="val 6308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269507" y="4513144"/>
            <a:ext cx="2751300" cy="2091000"/>
          </a:xfrm>
          <a:prstGeom prst="roundRect">
            <a:avLst>
              <a:gd fmla="val 6745" name="adj"/>
            </a:avLst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